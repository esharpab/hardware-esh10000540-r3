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A83AC1-F54D-A029-BF7D-38B5BEA61947}" name="Mikael Svensson" initials="MS" userId="S::mikael.svensson@esharp.se::8291e8ff-161e-496a-9439-7217330ce9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9696"/>
    <a:srgbClr val="831518"/>
    <a:srgbClr val="E8E8E8"/>
    <a:srgbClr val="FFFFFF"/>
    <a:srgbClr val="333F50"/>
    <a:srgbClr val="767676"/>
    <a:srgbClr val="212833"/>
    <a:srgbClr val="3E0A0B"/>
    <a:srgbClr val="FCFCFC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E645F6-6C4B-4464-8792-669E647571C7}" v="2" dt="2026-03-27T07:09:11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8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140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ael Svensson" userId="8291e8ff-161e-496a-9439-7217330ce9e8" providerId="ADAL" clId="{D5B9B25F-F486-4E8E-A770-A849731FB682}"/>
    <pc:docChg chg="custSel addSld delSld modSld modMainMaster">
      <pc:chgData name="Mikael Svensson" userId="8291e8ff-161e-496a-9439-7217330ce9e8" providerId="ADAL" clId="{D5B9B25F-F486-4E8E-A770-A849731FB682}" dt="2026-03-27T07:09:18.129" v="49" actId="20578"/>
      <pc:docMkLst>
        <pc:docMk/>
      </pc:docMkLst>
      <pc:sldChg chg="addSp delSp modSp del mod modClrScheme chgLayout">
        <pc:chgData name="Mikael Svensson" userId="8291e8ff-161e-496a-9439-7217330ce9e8" providerId="ADAL" clId="{D5B9B25F-F486-4E8E-A770-A849731FB682}" dt="2026-03-27T06:57:37.141" v="45" actId="47"/>
        <pc:sldMkLst>
          <pc:docMk/>
          <pc:sldMk cId="667157062" sldId="273"/>
        </pc:sldMkLst>
      </pc:sldChg>
      <pc:sldChg chg="addSp delSp modSp new del mod chgLayout">
        <pc:chgData name="Mikael Svensson" userId="8291e8ff-161e-496a-9439-7217330ce9e8" providerId="ADAL" clId="{D5B9B25F-F486-4E8E-A770-A849731FB682}" dt="2026-03-27T06:57:37.141" v="45" actId="47"/>
        <pc:sldMkLst>
          <pc:docMk/>
          <pc:sldMk cId="1009448073" sldId="275"/>
        </pc:sldMkLst>
      </pc:sldChg>
      <pc:sldChg chg="addSp delSp modSp new del mod modClrScheme chgLayout">
        <pc:chgData name="Mikael Svensson" userId="8291e8ff-161e-496a-9439-7217330ce9e8" providerId="ADAL" clId="{D5B9B25F-F486-4E8E-A770-A849731FB682}" dt="2026-03-27T06:57:37.141" v="45" actId="47"/>
        <pc:sldMkLst>
          <pc:docMk/>
          <pc:sldMk cId="3345354465" sldId="276"/>
        </pc:sldMkLst>
      </pc:sldChg>
      <pc:sldChg chg="addSp delSp modSp new del mod modClrScheme chgLayout">
        <pc:chgData name="Mikael Svensson" userId="8291e8ff-161e-496a-9439-7217330ce9e8" providerId="ADAL" clId="{D5B9B25F-F486-4E8E-A770-A849731FB682}" dt="2026-03-27T06:57:37.141" v="45" actId="47"/>
        <pc:sldMkLst>
          <pc:docMk/>
          <pc:sldMk cId="2255219441" sldId="277"/>
        </pc:sldMkLst>
      </pc:sldChg>
      <pc:sldChg chg="addSp delSp modSp new del mod modClrScheme chgLayout">
        <pc:chgData name="Mikael Svensson" userId="8291e8ff-161e-496a-9439-7217330ce9e8" providerId="ADAL" clId="{D5B9B25F-F486-4E8E-A770-A849731FB682}" dt="2026-03-27T06:57:37.141" v="45" actId="47"/>
        <pc:sldMkLst>
          <pc:docMk/>
          <pc:sldMk cId="1987834137" sldId="278"/>
        </pc:sldMkLst>
      </pc:sldChg>
      <pc:sldChg chg="addSp delSp modSp new del mod modClrScheme chgLayout">
        <pc:chgData name="Mikael Svensson" userId="8291e8ff-161e-496a-9439-7217330ce9e8" providerId="ADAL" clId="{D5B9B25F-F486-4E8E-A770-A849731FB682}" dt="2026-03-27T05:59:09.891" v="44" actId="47"/>
        <pc:sldMkLst>
          <pc:docMk/>
          <pc:sldMk cId="1768990910" sldId="279"/>
        </pc:sldMkLst>
      </pc:sldChg>
      <pc:sldChg chg="addSp delSp modSp new del mod modClrScheme chgLayout">
        <pc:chgData name="Mikael Svensson" userId="8291e8ff-161e-496a-9439-7217330ce9e8" providerId="ADAL" clId="{D5B9B25F-F486-4E8E-A770-A849731FB682}" dt="2026-03-27T05:59:09.457" v="43" actId="47"/>
        <pc:sldMkLst>
          <pc:docMk/>
          <pc:sldMk cId="4067193565" sldId="280"/>
        </pc:sldMkLst>
      </pc:sldChg>
      <pc:sldChg chg="delSp new del mod modClrScheme chgLayout">
        <pc:chgData name="Mikael Svensson" userId="8291e8ff-161e-496a-9439-7217330ce9e8" providerId="ADAL" clId="{D5B9B25F-F486-4E8E-A770-A849731FB682}" dt="2026-03-27T05:59:09.121" v="42" actId="47"/>
        <pc:sldMkLst>
          <pc:docMk/>
          <pc:sldMk cId="3565528357" sldId="281"/>
        </pc:sldMkLst>
      </pc:sldChg>
      <pc:sldChg chg="addSp modSp new del mod modClrScheme chgLayout">
        <pc:chgData name="Mikael Svensson" userId="8291e8ff-161e-496a-9439-7217330ce9e8" providerId="ADAL" clId="{D5B9B25F-F486-4E8E-A770-A849731FB682}" dt="2026-03-27T05:59:07.522" v="41" actId="47"/>
        <pc:sldMkLst>
          <pc:docMk/>
          <pc:sldMk cId="3260362243" sldId="282"/>
        </pc:sldMkLst>
      </pc:sldChg>
      <pc:sldChg chg="addSp delSp modSp new del mod modClrScheme chgLayout">
        <pc:chgData name="Mikael Svensson" userId="8291e8ff-161e-496a-9439-7217330ce9e8" providerId="ADAL" clId="{D5B9B25F-F486-4E8E-A770-A849731FB682}" dt="2026-03-27T05:59:06.117" v="40" actId="47"/>
        <pc:sldMkLst>
          <pc:docMk/>
          <pc:sldMk cId="2350225437" sldId="283"/>
        </pc:sldMkLst>
      </pc:sldChg>
      <pc:sldMasterChg chg="delSldLayout modSldLayout sldLayoutOrd">
        <pc:chgData name="Mikael Svensson" userId="8291e8ff-161e-496a-9439-7217330ce9e8" providerId="ADAL" clId="{D5B9B25F-F486-4E8E-A770-A849731FB682}" dt="2026-03-27T07:09:18.129" v="49" actId="20578"/>
        <pc:sldMasterMkLst>
          <pc:docMk/>
          <pc:sldMasterMk cId="1806995012" sldId="2147483648"/>
        </pc:sldMasterMkLst>
        <pc:sldLayoutChg chg="delSp mod">
          <pc:chgData name="Mikael Svensson" userId="8291e8ff-161e-496a-9439-7217330ce9e8" providerId="ADAL" clId="{D5B9B25F-F486-4E8E-A770-A849731FB682}" dt="2026-03-27T05:55:29.174" v="30" actId="478"/>
          <pc:sldLayoutMkLst>
            <pc:docMk/>
            <pc:sldMasterMk cId="1806995012" sldId="2147483648"/>
            <pc:sldLayoutMk cId="3260063268" sldId="2147483650"/>
          </pc:sldLayoutMkLst>
          <pc:picChg chg="del">
            <ac:chgData name="Mikael Svensson" userId="8291e8ff-161e-496a-9439-7217330ce9e8" providerId="ADAL" clId="{D5B9B25F-F486-4E8E-A770-A849731FB682}" dt="2026-03-27T05:55:29.174" v="30" actId="478"/>
            <ac:picMkLst>
              <pc:docMk/>
              <pc:sldMasterMk cId="1806995012" sldId="2147483648"/>
              <pc:sldLayoutMk cId="3260063268" sldId="2147483650"/>
              <ac:picMk id="8" creationId="{0782A1B2-2F95-3478-E2C6-28E52C61C361}"/>
            </ac:picMkLst>
          </pc:picChg>
        </pc:sldLayoutChg>
        <pc:sldLayoutChg chg="ord">
          <pc:chgData name="Mikael Svensson" userId="8291e8ff-161e-496a-9439-7217330ce9e8" providerId="ADAL" clId="{D5B9B25F-F486-4E8E-A770-A849731FB682}" dt="2026-03-27T05:58:10.321" v="38" actId="20578"/>
          <pc:sldLayoutMkLst>
            <pc:docMk/>
            <pc:sldMasterMk cId="1806995012" sldId="2147483648"/>
            <pc:sldLayoutMk cId="3057831663" sldId="2147483651"/>
          </pc:sldLayoutMkLst>
        </pc:sldLayoutChg>
        <pc:sldLayoutChg chg="delSp mod">
          <pc:chgData name="Mikael Svensson" userId="8291e8ff-161e-496a-9439-7217330ce9e8" providerId="ADAL" clId="{D5B9B25F-F486-4E8E-A770-A849731FB682}" dt="2026-03-27T05:55:34.427" v="31" actId="478"/>
          <pc:sldLayoutMkLst>
            <pc:docMk/>
            <pc:sldMasterMk cId="1806995012" sldId="2147483648"/>
            <pc:sldLayoutMk cId="4218002057" sldId="2147483652"/>
          </pc:sldLayoutMkLst>
          <pc:picChg chg="del">
            <ac:chgData name="Mikael Svensson" userId="8291e8ff-161e-496a-9439-7217330ce9e8" providerId="ADAL" clId="{D5B9B25F-F486-4E8E-A770-A849731FB682}" dt="2026-03-27T05:55:34.427" v="31" actId="478"/>
            <ac:picMkLst>
              <pc:docMk/>
              <pc:sldMasterMk cId="1806995012" sldId="2147483648"/>
              <pc:sldLayoutMk cId="4218002057" sldId="2147483652"/>
              <ac:picMk id="5" creationId="{AF94D353-2541-F462-02DA-551EA370C0E3}"/>
            </ac:picMkLst>
          </pc:picChg>
        </pc:sldLayoutChg>
        <pc:sldLayoutChg chg="delSp mod">
          <pc:chgData name="Mikael Svensson" userId="8291e8ff-161e-496a-9439-7217330ce9e8" providerId="ADAL" clId="{D5B9B25F-F486-4E8E-A770-A849731FB682}" dt="2026-03-27T05:55:35.996" v="32" actId="478"/>
          <pc:sldLayoutMkLst>
            <pc:docMk/>
            <pc:sldMasterMk cId="1806995012" sldId="2147483648"/>
            <pc:sldLayoutMk cId="2153077710" sldId="2147483653"/>
          </pc:sldLayoutMkLst>
          <pc:picChg chg="del">
            <ac:chgData name="Mikael Svensson" userId="8291e8ff-161e-496a-9439-7217330ce9e8" providerId="ADAL" clId="{D5B9B25F-F486-4E8E-A770-A849731FB682}" dt="2026-03-27T05:55:35.996" v="32" actId="478"/>
            <ac:picMkLst>
              <pc:docMk/>
              <pc:sldMasterMk cId="1806995012" sldId="2147483648"/>
              <pc:sldLayoutMk cId="2153077710" sldId="2147483653"/>
              <ac:picMk id="7" creationId="{37B96F45-9FB9-B245-4136-A7AD4C3DD75A}"/>
            </ac:picMkLst>
          </pc:picChg>
        </pc:sldLayoutChg>
        <pc:sldLayoutChg chg="delSp mod ord">
          <pc:chgData name="Mikael Svensson" userId="8291e8ff-161e-496a-9439-7217330ce9e8" providerId="ADAL" clId="{D5B9B25F-F486-4E8E-A770-A849731FB682}" dt="2026-03-27T06:58:22.270" v="46" actId="20578"/>
          <pc:sldLayoutMkLst>
            <pc:docMk/>
            <pc:sldMasterMk cId="1806995012" sldId="2147483648"/>
            <pc:sldLayoutMk cId="1198233044" sldId="2147483654"/>
          </pc:sldLayoutMkLst>
          <pc:picChg chg="del">
            <ac:chgData name="Mikael Svensson" userId="8291e8ff-161e-496a-9439-7217330ce9e8" providerId="ADAL" clId="{D5B9B25F-F486-4E8E-A770-A849731FB682}" dt="2026-03-27T05:55:37.443" v="33" actId="478"/>
            <ac:picMkLst>
              <pc:docMk/>
              <pc:sldMasterMk cId="1806995012" sldId="2147483648"/>
              <pc:sldLayoutMk cId="1198233044" sldId="2147483654"/>
              <ac:picMk id="3" creationId="{2FD7D297-3036-8E33-99F9-CF1FC77ADCE6}"/>
            </ac:picMkLst>
          </pc:picChg>
        </pc:sldLayoutChg>
        <pc:sldLayoutChg chg="delSp mod ord">
          <pc:chgData name="Mikael Svensson" userId="8291e8ff-161e-496a-9439-7217330ce9e8" providerId="ADAL" clId="{D5B9B25F-F486-4E8E-A770-A849731FB682}" dt="2026-03-27T05:58:31.464" v="39" actId="20578"/>
          <pc:sldLayoutMkLst>
            <pc:docMk/>
            <pc:sldMasterMk cId="1806995012" sldId="2147483648"/>
            <pc:sldLayoutMk cId="3084373049" sldId="2147483655"/>
          </pc:sldLayoutMkLst>
          <pc:picChg chg="del">
            <ac:chgData name="Mikael Svensson" userId="8291e8ff-161e-496a-9439-7217330ce9e8" providerId="ADAL" clId="{D5B9B25F-F486-4E8E-A770-A849731FB682}" dt="2026-03-27T05:55:38.973" v="34" actId="478"/>
            <ac:picMkLst>
              <pc:docMk/>
              <pc:sldMasterMk cId="1806995012" sldId="2147483648"/>
              <pc:sldLayoutMk cId="3084373049" sldId="2147483655"/>
              <ac:picMk id="2" creationId="{881D2A6E-F1A1-F3ED-8B56-8BF8E1552CDA}"/>
            </ac:picMkLst>
          </pc:picChg>
        </pc:sldLayoutChg>
        <pc:sldLayoutChg chg="delSp mod">
          <pc:chgData name="Mikael Svensson" userId="8291e8ff-161e-496a-9439-7217330ce9e8" providerId="ADAL" clId="{D5B9B25F-F486-4E8E-A770-A849731FB682}" dt="2026-03-27T05:55:40.311" v="35" actId="478"/>
          <pc:sldLayoutMkLst>
            <pc:docMk/>
            <pc:sldMasterMk cId="1806995012" sldId="2147483648"/>
            <pc:sldLayoutMk cId="254640888" sldId="2147483656"/>
          </pc:sldLayoutMkLst>
          <pc:picChg chg="del">
            <ac:chgData name="Mikael Svensson" userId="8291e8ff-161e-496a-9439-7217330ce9e8" providerId="ADAL" clId="{D5B9B25F-F486-4E8E-A770-A849731FB682}" dt="2026-03-27T05:55:40.311" v="35" actId="478"/>
            <ac:picMkLst>
              <pc:docMk/>
              <pc:sldMasterMk cId="1806995012" sldId="2147483648"/>
              <pc:sldLayoutMk cId="254640888" sldId="2147483656"/>
              <ac:picMk id="5" creationId="{64E8A740-C49A-5B89-B421-16763A03FA8D}"/>
            </ac:picMkLst>
          </pc:picChg>
        </pc:sldLayoutChg>
        <pc:sldLayoutChg chg="ord">
          <pc:chgData name="Mikael Svensson" userId="8291e8ff-161e-496a-9439-7217330ce9e8" providerId="ADAL" clId="{D5B9B25F-F486-4E8E-A770-A849731FB682}" dt="2026-03-27T07:09:18.129" v="49" actId="20578"/>
          <pc:sldLayoutMkLst>
            <pc:docMk/>
            <pc:sldMasterMk cId="1806995012" sldId="2147483648"/>
            <pc:sldLayoutMk cId="944208945" sldId="2147483656"/>
          </pc:sldLayoutMkLst>
        </pc:sldLayoutChg>
        <pc:sldLayoutChg chg="delSp mod">
          <pc:chgData name="Mikael Svensson" userId="8291e8ff-161e-496a-9439-7217330ce9e8" providerId="ADAL" clId="{D5B9B25F-F486-4E8E-A770-A849731FB682}" dt="2026-03-27T05:55:41.765" v="36" actId="478"/>
          <pc:sldLayoutMkLst>
            <pc:docMk/>
            <pc:sldMasterMk cId="1806995012" sldId="2147483648"/>
            <pc:sldLayoutMk cId="1496765958" sldId="2147483657"/>
          </pc:sldLayoutMkLst>
          <pc:picChg chg="del">
            <ac:chgData name="Mikael Svensson" userId="8291e8ff-161e-496a-9439-7217330ce9e8" providerId="ADAL" clId="{D5B9B25F-F486-4E8E-A770-A849731FB682}" dt="2026-03-27T05:55:41.765" v="36" actId="478"/>
            <ac:picMkLst>
              <pc:docMk/>
              <pc:sldMasterMk cId="1806995012" sldId="2147483648"/>
              <pc:sldLayoutMk cId="1496765958" sldId="2147483657"/>
              <ac:picMk id="5" creationId="{2146C7FA-F251-65C7-CA39-ABACA6E3FF3C}"/>
            </ac:picMkLst>
          </pc:picChg>
        </pc:sldLayoutChg>
        <pc:sldLayoutChg chg="ord">
          <pc:chgData name="Mikael Svensson" userId="8291e8ff-161e-496a-9439-7217330ce9e8" providerId="ADAL" clId="{D5B9B25F-F486-4E8E-A770-A849731FB682}" dt="2026-03-27T07:09:13.353" v="48" actId="20578"/>
          <pc:sldLayoutMkLst>
            <pc:docMk/>
            <pc:sldMasterMk cId="1806995012" sldId="2147483648"/>
            <pc:sldLayoutMk cId="3024058836" sldId="2147483657"/>
          </pc:sldLayoutMkLst>
        </pc:sldLayoutChg>
        <pc:sldLayoutChg chg="ord">
          <pc:chgData name="Mikael Svensson" userId="8291e8ff-161e-496a-9439-7217330ce9e8" providerId="ADAL" clId="{D5B9B25F-F486-4E8E-A770-A849731FB682}" dt="2026-03-27T05:58:05.077" v="37" actId="20578"/>
          <pc:sldLayoutMkLst>
            <pc:docMk/>
            <pc:sldMasterMk cId="1806995012" sldId="2147483648"/>
            <pc:sldLayoutMk cId="1689726940" sldId="214748365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C7F2C-E340-2280-4863-17B62792BE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0C8DC-019A-51FB-65FC-BA8A04FA4A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EA10E-57AB-4876-984E-7EEEFB57F98A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38120-70E0-19EF-7C24-4A5E969256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B6365-9485-7CE3-E02A-46E39FE2F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5C0F3-657E-4384-B1E4-B44A6EB67F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6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074F9-174B-4793-9EDE-2319D73F3BA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9E76A-752F-4791-9B21-82A53665DB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411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891CDC-6BCF-9A05-AFA1-828507C812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708" r="11357" b="1461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642B80-DDA5-200A-8D48-8967675C0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1147D-93DA-BA36-FDF9-B7D0B2C53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9129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0651-2E54-07CB-F7D6-AFF881E89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454" y="1709738"/>
            <a:ext cx="5897995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FC351-C090-1D36-E33C-C20CA71BD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9454" y="4589463"/>
            <a:ext cx="5897996" cy="150018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0B30DB4-B912-AA64-A650-9A909F17980A}"/>
              </a:ext>
            </a:extLst>
          </p:cNvPr>
          <p:cNvSpPr/>
          <p:nvPr userDrawn="1"/>
        </p:nvSpPr>
        <p:spPr>
          <a:xfrm flipH="1">
            <a:off x="-11152" y="-22304"/>
            <a:ext cx="2024053" cy="5220044"/>
          </a:xfrm>
          <a:custGeom>
            <a:avLst/>
            <a:gdLst>
              <a:gd name="connsiteX0" fmla="*/ 2024053 w 2024053"/>
              <a:gd name="connsiteY0" fmla="*/ 0 h 5220044"/>
              <a:gd name="connsiteX1" fmla="*/ 271725 w 2024053"/>
              <a:gd name="connsiteY1" fmla="*/ 0 h 5220044"/>
              <a:gd name="connsiteX2" fmla="*/ 1076220 w 2024053"/>
              <a:gd name="connsiteY2" fmla="*/ 797212 h 5220044"/>
              <a:gd name="connsiteX3" fmla="*/ 0 w 2024053"/>
              <a:gd name="connsiteY3" fmla="*/ 1865180 h 5220044"/>
              <a:gd name="connsiteX4" fmla="*/ 1094805 w 2024053"/>
              <a:gd name="connsiteY4" fmla="*/ 2951594 h 5220044"/>
              <a:gd name="connsiteX5" fmla="*/ 417628 w 2024053"/>
              <a:gd name="connsiteY5" fmla="*/ 3623712 h 5220044"/>
              <a:gd name="connsiteX6" fmla="*/ 2024053 w 2024053"/>
              <a:gd name="connsiteY6" fmla="*/ 5220045 h 5220044"/>
              <a:gd name="connsiteX7" fmla="*/ 2024053 w 2024053"/>
              <a:gd name="connsiteY7" fmla="*/ 0 h 522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24053" h="5220044">
                <a:moveTo>
                  <a:pt x="2024053" y="0"/>
                </a:moveTo>
                <a:lnTo>
                  <a:pt x="271725" y="0"/>
                </a:lnTo>
                <a:lnTo>
                  <a:pt x="1076220" y="797212"/>
                </a:lnTo>
                <a:lnTo>
                  <a:pt x="0" y="1865180"/>
                </a:lnTo>
                <a:lnTo>
                  <a:pt x="1094805" y="2951594"/>
                </a:lnTo>
                <a:lnTo>
                  <a:pt x="417628" y="3623712"/>
                </a:lnTo>
                <a:lnTo>
                  <a:pt x="2024053" y="5220045"/>
                </a:lnTo>
                <a:lnTo>
                  <a:pt x="2024053" y="0"/>
                </a:lnTo>
                <a:close/>
              </a:path>
            </a:pathLst>
          </a:custGeom>
          <a:solidFill>
            <a:srgbClr val="202035"/>
          </a:solidFill>
          <a:ln w="7704" cap="flat">
            <a:noFill/>
            <a:prstDash val="solid"/>
            <a:miter/>
          </a:ln>
        </p:spPr>
        <p:txBody>
          <a:bodyPr rtlCol="0" anchor="ctr"/>
          <a:lstStyle/>
          <a:p>
            <a:endParaRPr lang="en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8FC921-AFFD-9249-A63F-3AA250D5FC59}"/>
              </a:ext>
            </a:extLst>
          </p:cNvPr>
          <p:cNvGrpSpPr/>
          <p:nvPr userDrawn="1"/>
        </p:nvGrpSpPr>
        <p:grpSpPr>
          <a:xfrm flipH="1">
            <a:off x="984146" y="-27880"/>
            <a:ext cx="2082048" cy="1852581"/>
            <a:chOff x="9401958" y="82880"/>
            <a:chExt cx="2082048" cy="185258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C0C2FF4-041D-1B0C-4C5B-29E2DEBE629A}"/>
                </a:ext>
              </a:extLst>
            </p:cNvPr>
            <p:cNvSpPr/>
            <p:nvPr/>
          </p:nvSpPr>
          <p:spPr>
            <a:xfrm>
              <a:off x="9406548" y="82880"/>
              <a:ext cx="2077458" cy="1828075"/>
            </a:xfrm>
            <a:custGeom>
              <a:avLst/>
              <a:gdLst>
                <a:gd name="connsiteX0" fmla="*/ 2077459 w 2077458"/>
                <a:gd name="connsiteY0" fmla="*/ 797212 h 1828075"/>
                <a:gd name="connsiteX1" fmla="*/ 1275741 w 2077458"/>
                <a:gd name="connsiteY1" fmla="*/ 0 h 1828075"/>
                <a:gd name="connsiteX2" fmla="*/ 804281 w 2077458"/>
                <a:gd name="connsiteY2" fmla="*/ 0 h 1828075"/>
                <a:gd name="connsiteX3" fmla="*/ 0 w 2077458"/>
                <a:gd name="connsiteY3" fmla="*/ 797212 h 1828075"/>
                <a:gd name="connsiteX4" fmla="*/ 1038836 w 2077458"/>
                <a:gd name="connsiteY4" fmla="*/ 1828076 h 1828075"/>
                <a:gd name="connsiteX5" fmla="*/ 2077459 w 2077458"/>
                <a:gd name="connsiteY5" fmla="*/ 797212 h 182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7458" h="1828075">
                  <a:moveTo>
                    <a:pt x="2077459" y="797212"/>
                  </a:moveTo>
                  <a:lnTo>
                    <a:pt x="1275741" y="0"/>
                  </a:lnTo>
                  <a:lnTo>
                    <a:pt x="804281" y="0"/>
                  </a:lnTo>
                  <a:lnTo>
                    <a:pt x="0" y="797212"/>
                  </a:lnTo>
                  <a:lnTo>
                    <a:pt x="1038836" y="1828076"/>
                  </a:lnTo>
                  <a:lnTo>
                    <a:pt x="2077459" y="797212"/>
                  </a:lnTo>
                  <a:close/>
                </a:path>
              </a:pathLst>
            </a:custGeom>
            <a:solidFill>
              <a:srgbClr val="76020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E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BD9AFB-40B0-47E6-3349-9B141FADCB6C}"/>
                </a:ext>
              </a:extLst>
            </p:cNvPr>
            <p:cNvSpPr/>
            <p:nvPr/>
          </p:nvSpPr>
          <p:spPr>
            <a:xfrm>
              <a:off x="9401958" y="107386"/>
              <a:ext cx="1038836" cy="1828075"/>
            </a:xfrm>
            <a:custGeom>
              <a:avLst/>
              <a:gdLst>
                <a:gd name="connsiteX0" fmla="*/ 1038836 w 1038836"/>
                <a:gd name="connsiteY0" fmla="*/ 0 h 1828075"/>
                <a:gd name="connsiteX1" fmla="*/ 804281 w 1038836"/>
                <a:gd name="connsiteY1" fmla="*/ 0 h 1828075"/>
                <a:gd name="connsiteX2" fmla="*/ 0 w 1038836"/>
                <a:gd name="connsiteY2" fmla="*/ 797212 h 1828075"/>
                <a:gd name="connsiteX3" fmla="*/ 1038836 w 1038836"/>
                <a:gd name="connsiteY3" fmla="*/ 1828076 h 1828075"/>
                <a:gd name="connsiteX4" fmla="*/ 1038836 w 1038836"/>
                <a:gd name="connsiteY4" fmla="*/ 0 h 182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8836" h="1828075">
                  <a:moveTo>
                    <a:pt x="1038836" y="0"/>
                  </a:moveTo>
                  <a:lnTo>
                    <a:pt x="804281" y="0"/>
                  </a:lnTo>
                  <a:lnTo>
                    <a:pt x="0" y="797212"/>
                  </a:lnTo>
                  <a:lnTo>
                    <a:pt x="1038836" y="1828076"/>
                  </a:lnTo>
                  <a:lnTo>
                    <a:pt x="1038836" y="0"/>
                  </a:lnTo>
                  <a:close/>
                </a:path>
              </a:pathLst>
            </a:custGeom>
            <a:solidFill>
              <a:srgbClr val="8B0007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E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49DA31-8E9F-FD1F-6005-2EEDEF74572A}"/>
              </a:ext>
            </a:extLst>
          </p:cNvPr>
          <p:cNvGrpSpPr/>
          <p:nvPr userDrawn="1"/>
        </p:nvGrpSpPr>
        <p:grpSpPr>
          <a:xfrm flipH="1">
            <a:off x="162388" y="3634095"/>
            <a:ext cx="2898188" cy="2869964"/>
            <a:chOff x="10129601" y="-153991"/>
            <a:chExt cx="2898188" cy="286996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B42FBEB-8514-EC6B-0752-C6F0DC0FFDB8}"/>
                </a:ext>
              </a:extLst>
            </p:cNvPr>
            <p:cNvSpPr/>
            <p:nvPr/>
          </p:nvSpPr>
          <p:spPr>
            <a:xfrm>
              <a:off x="10129601" y="-153991"/>
              <a:ext cx="2898188" cy="2869964"/>
            </a:xfrm>
            <a:custGeom>
              <a:avLst/>
              <a:gdLst>
                <a:gd name="connsiteX0" fmla="*/ 2898189 w 2898188"/>
                <a:gd name="connsiteY0" fmla="*/ 1436890 h 2869964"/>
                <a:gd name="connsiteX1" fmla="*/ 1445783 w 2898188"/>
                <a:gd name="connsiteY1" fmla="*/ 0 h 2869964"/>
                <a:gd name="connsiteX2" fmla="*/ 0 w 2898188"/>
                <a:gd name="connsiteY2" fmla="*/ 1434982 h 2869964"/>
                <a:gd name="connsiteX3" fmla="*/ 1445783 w 2898188"/>
                <a:gd name="connsiteY3" fmla="*/ 2869964 h 2869964"/>
                <a:gd name="connsiteX4" fmla="*/ 2898189 w 2898188"/>
                <a:gd name="connsiteY4" fmla="*/ 1436890 h 2869964"/>
                <a:gd name="connsiteX5" fmla="*/ 2898189 w 2898188"/>
                <a:gd name="connsiteY5" fmla="*/ 1436890 h 286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8188" h="2869964">
                  <a:moveTo>
                    <a:pt x="2898189" y="1436890"/>
                  </a:moveTo>
                  <a:lnTo>
                    <a:pt x="1445783" y="0"/>
                  </a:lnTo>
                  <a:lnTo>
                    <a:pt x="0" y="1434982"/>
                  </a:lnTo>
                  <a:lnTo>
                    <a:pt x="1445783" y="2869964"/>
                  </a:lnTo>
                  <a:lnTo>
                    <a:pt x="2898189" y="1436890"/>
                  </a:lnTo>
                  <a:lnTo>
                    <a:pt x="2898189" y="1436890"/>
                  </a:lnTo>
                  <a:close/>
                </a:path>
              </a:pathLst>
            </a:custGeom>
            <a:solidFill>
              <a:srgbClr val="76020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FB60DD4-22CF-171E-B9BD-A6F086FAB707}"/>
                </a:ext>
              </a:extLst>
            </p:cNvPr>
            <p:cNvSpPr/>
            <p:nvPr/>
          </p:nvSpPr>
          <p:spPr>
            <a:xfrm>
              <a:off x="10129601" y="-153991"/>
              <a:ext cx="1445783" cy="2869964"/>
            </a:xfrm>
            <a:custGeom>
              <a:avLst/>
              <a:gdLst>
                <a:gd name="connsiteX0" fmla="*/ 1445783 w 1445783"/>
                <a:gd name="connsiteY0" fmla="*/ 2869964 h 2869964"/>
                <a:gd name="connsiteX1" fmla="*/ 0 w 1445783"/>
                <a:gd name="connsiteY1" fmla="*/ 1434982 h 2869964"/>
                <a:gd name="connsiteX2" fmla="*/ 1445783 w 1445783"/>
                <a:gd name="connsiteY2" fmla="*/ 0 h 2869964"/>
                <a:gd name="connsiteX3" fmla="*/ 1445783 w 1445783"/>
                <a:gd name="connsiteY3" fmla="*/ 2869964 h 286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5783" h="2869964">
                  <a:moveTo>
                    <a:pt x="1445783" y="2869964"/>
                  </a:moveTo>
                  <a:lnTo>
                    <a:pt x="0" y="1434982"/>
                  </a:lnTo>
                  <a:lnTo>
                    <a:pt x="1445783" y="0"/>
                  </a:lnTo>
                  <a:lnTo>
                    <a:pt x="1445783" y="2869964"/>
                  </a:lnTo>
                  <a:close/>
                </a:path>
              </a:pathLst>
            </a:custGeom>
            <a:solidFill>
              <a:srgbClr val="8B0007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E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FBFA8E-E337-6C90-0425-BBE3A0378B5C}"/>
              </a:ext>
            </a:extLst>
          </p:cNvPr>
          <p:cNvGrpSpPr/>
          <p:nvPr userDrawn="1"/>
        </p:nvGrpSpPr>
        <p:grpSpPr>
          <a:xfrm flipH="1">
            <a:off x="3251295" y="4517027"/>
            <a:ext cx="956811" cy="1115673"/>
            <a:chOff x="10377085" y="273678"/>
            <a:chExt cx="956811" cy="111567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DB03E3-078B-238B-7216-53AE26AD41F0}"/>
                </a:ext>
              </a:extLst>
            </p:cNvPr>
            <p:cNvSpPr/>
            <p:nvPr/>
          </p:nvSpPr>
          <p:spPr>
            <a:xfrm rot="2700000">
              <a:off x="10541984" y="436864"/>
              <a:ext cx="794881" cy="788943"/>
            </a:xfrm>
            <a:custGeom>
              <a:avLst/>
              <a:gdLst>
                <a:gd name="connsiteX0" fmla="*/ 0 w 794881"/>
                <a:gd name="connsiteY0" fmla="*/ 0 h 788943"/>
                <a:gd name="connsiteX1" fmla="*/ 794882 w 794881"/>
                <a:gd name="connsiteY1" fmla="*/ 0 h 788943"/>
                <a:gd name="connsiteX2" fmla="*/ 794882 w 794881"/>
                <a:gd name="connsiteY2" fmla="*/ 788944 h 788943"/>
                <a:gd name="connsiteX3" fmla="*/ 0 w 794881"/>
                <a:gd name="connsiteY3" fmla="*/ 788944 h 78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4881" h="788943">
                  <a:moveTo>
                    <a:pt x="0" y="0"/>
                  </a:moveTo>
                  <a:lnTo>
                    <a:pt x="794882" y="0"/>
                  </a:lnTo>
                  <a:lnTo>
                    <a:pt x="794882" y="788944"/>
                  </a:lnTo>
                  <a:lnTo>
                    <a:pt x="0" y="788944"/>
                  </a:lnTo>
                  <a:close/>
                </a:path>
              </a:pathLst>
            </a:custGeom>
            <a:solidFill>
              <a:srgbClr val="76020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2167875-7722-8326-ADC1-1F456AD8AA5E}"/>
                </a:ext>
              </a:extLst>
            </p:cNvPr>
            <p:cNvSpPr/>
            <p:nvPr/>
          </p:nvSpPr>
          <p:spPr>
            <a:xfrm>
              <a:off x="10377085" y="273678"/>
              <a:ext cx="562249" cy="1115673"/>
            </a:xfrm>
            <a:custGeom>
              <a:avLst/>
              <a:gdLst>
                <a:gd name="connsiteX0" fmla="*/ 562249 w 562249"/>
                <a:gd name="connsiteY0" fmla="*/ 1115673 h 1115673"/>
                <a:gd name="connsiteX1" fmla="*/ 0 w 562249"/>
                <a:gd name="connsiteY1" fmla="*/ 557837 h 1115673"/>
                <a:gd name="connsiteX2" fmla="*/ 562249 w 562249"/>
                <a:gd name="connsiteY2" fmla="*/ 0 h 1115673"/>
                <a:gd name="connsiteX3" fmla="*/ 562249 w 562249"/>
                <a:gd name="connsiteY3" fmla="*/ 1115673 h 1115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2249" h="1115673">
                  <a:moveTo>
                    <a:pt x="562249" y="1115673"/>
                  </a:moveTo>
                  <a:lnTo>
                    <a:pt x="0" y="557837"/>
                  </a:lnTo>
                  <a:lnTo>
                    <a:pt x="562249" y="0"/>
                  </a:lnTo>
                  <a:lnTo>
                    <a:pt x="562249" y="1115673"/>
                  </a:lnTo>
                  <a:close/>
                </a:path>
              </a:pathLst>
            </a:custGeom>
            <a:solidFill>
              <a:srgbClr val="8B0007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E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DA1000-E0F3-8EDE-AA32-849BD2E4B6B1}"/>
              </a:ext>
            </a:extLst>
          </p:cNvPr>
          <p:cNvGrpSpPr/>
          <p:nvPr userDrawn="1"/>
        </p:nvGrpSpPr>
        <p:grpSpPr>
          <a:xfrm flipH="1">
            <a:off x="4665333" y="6298138"/>
            <a:ext cx="956811" cy="1115673"/>
            <a:chOff x="10377085" y="273678"/>
            <a:chExt cx="956811" cy="111567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CDDDE4-3DCD-9457-29AC-ACBFE9E77D01}"/>
                </a:ext>
              </a:extLst>
            </p:cNvPr>
            <p:cNvSpPr/>
            <p:nvPr/>
          </p:nvSpPr>
          <p:spPr>
            <a:xfrm rot="2700000">
              <a:off x="10541984" y="436864"/>
              <a:ext cx="794881" cy="788943"/>
            </a:xfrm>
            <a:custGeom>
              <a:avLst/>
              <a:gdLst>
                <a:gd name="connsiteX0" fmla="*/ 0 w 794881"/>
                <a:gd name="connsiteY0" fmla="*/ 0 h 788943"/>
                <a:gd name="connsiteX1" fmla="*/ 794882 w 794881"/>
                <a:gd name="connsiteY1" fmla="*/ 0 h 788943"/>
                <a:gd name="connsiteX2" fmla="*/ 794882 w 794881"/>
                <a:gd name="connsiteY2" fmla="*/ 788944 h 788943"/>
                <a:gd name="connsiteX3" fmla="*/ 0 w 794881"/>
                <a:gd name="connsiteY3" fmla="*/ 788944 h 78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4881" h="788943">
                  <a:moveTo>
                    <a:pt x="0" y="0"/>
                  </a:moveTo>
                  <a:lnTo>
                    <a:pt x="794882" y="0"/>
                  </a:lnTo>
                  <a:lnTo>
                    <a:pt x="794882" y="788944"/>
                  </a:lnTo>
                  <a:lnTo>
                    <a:pt x="0" y="788944"/>
                  </a:lnTo>
                  <a:close/>
                </a:path>
              </a:pathLst>
            </a:custGeom>
            <a:solidFill>
              <a:srgbClr val="76020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E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2A3818A-59E1-7A5E-EDDB-D86BA0A008E7}"/>
                </a:ext>
              </a:extLst>
            </p:cNvPr>
            <p:cNvSpPr/>
            <p:nvPr/>
          </p:nvSpPr>
          <p:spPr>
            <a:xfrm>
              <a:off x="10377085" y="273678"/>
              <a:ext cx="562249" cy="1115673"/>
            </a:xfrm>
            <a:custGeom>
              <a:avLst/>
              <a:gdLst>
                <a:gd name="connsiteX0" fmla="*/ 562249 w 562249"/>
                <a:gd name="connsiteY0" fmla="*/ 1115673 h 1115673"/>
                <a:gd name="connsiteX1" fmla="*/ 0 w 562249"/>
                <a:gd name="connsiteY1" fmla="*/ 557837 h 1115673"/>
                <a:gd name="connsiteX2" fmla="*/ 562249 w 562249"/>
                <a:gd name="connsiteY2" fmla="*/ 0 h 1115673"/>
                <a:gd name="connsiteX3" fmla="*/ 562249 w 562249"/>
                <a:gd name="connsiteY3" fmla="*/ 1115673 h 1115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2249" h="1115673">
                  <a:moveTo>
                    <a:pt x="562249" y="1115673"/>
                  </a:moveTo>
                  <a:lnTo>
                    <a:pt x="0" y="557837"/>
                  </a:lnTo>
                  <a:lnTo>
                    <a:pt x="562249" y="0"/>
                  </a:lnTo>
                  <a:lnTo>
                    <a:pt x="562249" y="1115673"/>
                  </a:lnTo>
                  <a:close/>
                </a:path>
              </a:pathLst>
            </a:custGeom>
            <a:solidFill>
              <a:srgbClr val="8B0007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305783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3446-505F-DA30-4C26-104AF0D5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21791-957B-1BEE-FA8F-3D5CDC705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6006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0F2C-5388-7C01-265C-3B3E9F46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9E83A-3107-7346-3A93-8EBBC36D5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D3ADE-EF01-1FDF-39D2-FFB81DBEF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1800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37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30FC-BAE4-9CB7-2DC0-7259E85E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1F1FE-6D60-FD85-944B-DB2ADD59D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E60BF-8D06-9F63-77F2-DB73CEC20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420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440A-DF55-9F55-2F3E-C72CF9B2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FDF84-3DF6-5E31-F998-43154F387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7084B-1F92-18FD-3C0E-45E6E53DE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9F4E3-76FB-4468-20F6-B5C64EAE6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79D5B-0767-A930-2D2F-19A1F8181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2405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58C34-C56B-C76F-A65E-388EC39C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974" y="132213"/>
            <a:ext cx="95077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8DA3-3B26-3845-6EF3-E2646DCB5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pic>
        <p:nvPicPr>
          <p:cNvPr id="8" name="Picture 7" descr="A logo with red and blue text&#10;&#10;Description automatically generated">
            <a:extLst>
              <a:ext uri="{FF2B5EF4-FFF2-40B4-BE49-F238E27FC236}">
                <a16:creationId xmlns:a16="http://schemas.microsoft.com/office/drawing/2014/main" id="{AC17C28E-2034-BAB6-3C95-E7189A51435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724" y="195458"/>
            <a:ext cx="1130060" cy="113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9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5" r:id="rId5"/>
    <p:sldLayoutId id="2147483656" r:id="rId6"/>
    <p:sldLayoutId id="2147483657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Rockwell" panose="020606030202050204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 baseline="0">
          <a:solidFill>
            <a:schemeClr val="tx1">
              <a:lumMod val="75000"/>
              <a:lumOff val="25000"/>
            </a:schemeClr>
          </a:solidFill>
          <a:latin typeface="Neue Haas Grotesk Text Pro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75000"/>
              <a:lumOff val="25000"/>
            </a:schemeClr>
          </a:solidFill>
          <a:latin typeface="Neue Haas Grotesk Text Pro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75000"/>
              <a:lumOff val="25000"/>
            </a:schemeClr>
          </a:solidFill>
          <a:latin typeface="Neue Haas Grotesk Text Pro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75000"/>
              <a:lumOff val="25000"/>
            </a:schemeClr>
          </a:solidFill>
          <a:latin typeface="Neue Haas Grotesk Text Pro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75000"/>
              <a:lumOff val="25000"/>
            </a:schemeClr>
          </a:solidFill>
          <a:latin typeface="Neue Haas Grotesk Text Pro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0C91BA61-BE09-4B4E-88F0-E6E40D5651A2}" vid="{78BCF83A-688A-4507-BDFC-DFB75C061B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E-Sharp template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Arial</vt:lpstr>
      <vt:lpstr>Neue Haas Grotesk Text Pro</vt:lpstr>
      <vt:lpstr>Rockwell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Arvid Hjortsberg</dc:creator>
  <cp:lastModifiedBy>Mikael Svensson</cp:lastModifiedBy>
  <cp:revision>2</cp:revision>
  <dcterms:created xsi:type="dcterms:W3CDTF">2025-12-17T12:55:07Z</dcterms:created>
  <dcterms:modified xsi:type="dcterms:W3CDTF">2026-03-27T07:09:19Z</dcterms:modified>
</cp:coreProperties>
</file>